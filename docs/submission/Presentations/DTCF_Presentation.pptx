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PATTERN RECOGNITION · PHASE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German Document Type Classification using CNNs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64748B"/>
                </a:solidFill>
                <a:latin typeface="Calibri"/>
              </a:rPr>
              <a:t>An explainable transfer-learning framework that classifies scanned German document pages from visual layout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Ashok Kumar Meena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M.Sc. Software Engineering · University of Europe for Applied Sciences, Potsdam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Supervisor: Raja Hashim 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5803D"/>
                </a:solidFill>
                <a:latin typeface="Calibri"/>
              </a:rPr>
              <a:t>Live demo:  https://document-type-classification-framework.onrender.com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Code:  github.com/ashok-cse/Document-Type-Classification-Framework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German Document Type Classification using CNNs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German archives (Bundesarchiv, DDB, EU tender portals) scan millions of pages every year.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The first routing decision is always: “what kind of document is this?”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Manual triage is slow, costly, and error-prone; it does not scale.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OCR + text-rule pipelines are fragile on poor scans and mixed German fonts.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Idea: classify from the visual layout with a CNN — masthead, columns, tables, whitespace — no OCR.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The Task: Six Document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German Document Type Classification using CNNs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Given one scanned page image x, predict its functional type y (visual features only):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566160" cy="1188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50592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📊 Financial reports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annual reports, statements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286000"/>
            <a:ext cx="3566160" cy="1188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8600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50592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🔬 Scientific articles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research papers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286000"/>
            <a:ext cx="3566160" cy="1188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28600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450592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⚖️ Laws &amp; regulations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statutes, regulations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3566160" cy="1188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67911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🏛️ Government tenders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procurement notices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703320"/>
            <a:ext cx="3566160" cy="1188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70332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867911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📘 Manuals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guides, handbooks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703320"/>
            <a:ext cx="3566160" cy="1188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70332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867911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💡 Patents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patent filings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Dataset: DocLayNet-base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German Document Type Classification using CNNs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DocLayNet-base (IBM, CDLA-Permissive): 8,057 scanned pages, six classes.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Persisted as 224×224 RGB JPEGs; stratified 70 / 15 / 15 split.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Strongly imbalanced → class-weighted loss + augmentation.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German angle: DocLayNet is ~95% English, only ~2.5% German.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–  Strict langdetect filter keeps confidently-German pages (p≥0.90) + yield report.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Loader gotcha: both HF loaders broken → bypass load_dataset, parse JSON.</a:t>
            </a:r>
          </a:p>
        </p:txBody>
      </p:sp>
      <p:pic>
        <p:nvPicPr>
          <p:cNvPr id="9" name="Picture 8" descr="f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02500"/>
            <a:ext cx="5486400" cy="27101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German Document Type Classification using CNNs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Preprocess → 224×224, normalize (ImageNet stats for ResNet50; [0,1] for CNN).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Class-weighted categorical cross-entropy; Adam; batch 32; early stopping.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Custom CNN (baseline): 4 conv blocks (32→256) + GAP + Dense(128) + softmax (~0.42M params).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ResNet50 (transfer): ImageNet weights, two-stage training.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64748B"/>
                </a:solidFill>
                <a:latin typeface="Calibri"/>
              </a:rPr>
              <a:t>–  Stage A — train head, backbone frozen (10 epochs, lr 1e-3).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64748B"/>
                </a:solidFill>
                <a:latin typeface="Calibri"/>
              </a:rPr>
              <a:t>–  Stage B — fine-tune conv5_* (20 epochs, lr 1e-5).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Evaluation: accuracy, macro-P/R/F1, ROC/AUC, confusion matrix, Grad-CAM, robustness.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Results — Transfer Learning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German Document Type Classification using CNNs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Macro-AUC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Custom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0.326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0.082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0.479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ResNet50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0.724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0.956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749039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803D"/>
                </a:solidFill>
                <a:latin typeface="Calibri"/>
              </a:rPr>
              <a:t>Key finding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Transfer learning isn’t just better — it’s necessary. The from-scratch CNN collapses to near-chance (AUC 0.479) on this small, imbalanced set.</a:t>
            </a:r>
          </a:p>
        </p:txBody>
      </p:sp>
      <p:pic>
        <p:nvPicPr>
          <p:cNvPr id="10" name="Picture 9" descr="f9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33061"/>
            <a:ext cx="5486400" cy="30319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Per-Class Performance (ResNet50)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German Document Type Classification using CNNs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f7_resnet50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9064"/>
            <a:ext cx="5577840" cy="2054190"/>
          </a:xfrm>
          <a:prstGeom prst="rect">
            <a:avLst/>
          </a:prstGeom>
        </p:spPr>
      </p:pic>
      <p:pic>
        <p:nvPicPr>
          <p:cNvPr id="9" name="Picture 8" descr="f8_resnet50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127" y="1645920"/>
            <a:ext cx="4506864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Strong across classes; residual confusion concentrates in scientific_articles (lowest per-class AUC), confused with text-dense financial/patent pages.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Explainability — Grad-CAM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German Document Type Classification using CNNs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f10_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1554480"/>
            <a:ext cx="6071616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8288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Attention falls on mastheads, headers, and structural regions.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Not arbitrary body text → confirms the layout-based hypothesis.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Builds trust for document-routing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Robustness to Phone-Camera Capture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German Document Type Classification using CNNs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f11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4571"/>
            <a:ext cx="5669280" cy="33460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0116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Simulated perspective warp, JPEG compression, blur, brightness.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ResNet50 macro-F1: 0.724 → 0.606 (−0.118) — degrades gracefully.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 Suggests practical viability for mobile captures.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Deployment — Live Web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German Document Type Classification using CNNs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Trained ResNet50 → TensorFlow Lite + lightweight LiteRT runtime (no full TF).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Fits a 512 MB free-tier container; inference runs in a worker thread (stays responsive).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FastAPI: browser upload UI + POST /predict JSON API; one-click sample pages.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Pure-NumPy preprocessing keeps the lite path TensorFlow-free.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5803D"/>
                </a:solidFill>
                <a:latin typeface="Calibri"/>
              </a:rPr>
              <a:t>▶  Live demo:  https://document-type-classification-framework.onrender.com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German Document Type Classification using CNNs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Fine-tuned ResNet50 classifies German pages from layout alone: 0.761 acc, 0.956 macro-AUC.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Decisively beats a from-scratch CNN; robust to camera degradation; deployed publicly.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F172A"/>
                </a:solidFill>
                <a:latin typeface="Calibri"/>
              </a:rPr>
              <a:t>•  Grad-CAM confirms attention on meaningful layout regions.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5803D"/>
                </a:solidFill>
                <a:latin typeface="Calibr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Complete the strictly German-filtered re-training + per-class yield report.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Add a second transfer model (MobileNetV2/EfficientNet) and SHAP explanations.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Target the weak scientific_articles class; add a confidence / out-of-distribution gate.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Live demo:  https://document-type-classification-framework.onrender.com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GitHub:  github.com/ashok-cse/Document-Type-Classification-Framework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Kaggle:  kaggle.com/code/ashokkrcse/german-document-type-classification-with-cnns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